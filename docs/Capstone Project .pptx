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9A7E-7B7D-A2B4-5EAA-834D5E0A9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F7BD9-D89F-491E-E307-F5BAB2D19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C1B09-C792-0421-DB84-419586D9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396C-7402-881D-816A-17064F7A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16264-B18F-6C00-2ED7-295DB6BC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10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C903-967A-D41E-3491-DA7E9E48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5ED2A-AF48-AD1D-3870-870322847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CC2A5-4F30-E089-3262-CA9542DE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4EDFD-EBD4-7A9B-7F27-13628176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1300-6335-1157-5B63-34BECF42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34ED-88C3-7E8F-41CE-11427E3A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7BB16-A492-5FA4-31F9-B5824AC6E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C06D0-B109-FF71-8B34-9C957F91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A00EB-6F2D-BAC7-4190-73BD5030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2A32A-FFF3-97EB-98D7-E115BABC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50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E21B-B6BC-9901-448F-0E49754F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0722-BF03-9732-84B6-E44F19ED0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FCBF-9D01-E878-A17E-50BEB3FBF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62A54-3C92-D51F-135C-BA51389A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B0160-9579-FF95-3204-6F5F33A1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A6303-A4B3-E33B-CCC2-C4D4226A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61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7EB9-E46A-772C-FABF-2EB35CAA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D85BE-A1C5-BC7B-8C15-691C34343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76CB8-7267-3391-BE7D-E17FC0DAE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5B4C0-943C-3872-2C6D-577E53A38D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ABA65-E049-BA52-D956-2B487E3D5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411E3-ED21-5644-BA14-E0AAC72C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FBCC7-47E3-B00F-1E29-C2DD5B97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80FD94-F390-6186-284F-C090967D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1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A459-9D45-9A33-1BF7-7DECE075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D10D4-B9EF-A8FC-1F13-880787A5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8226F-A3F2-1CF7-4AF3-DE26206B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F5668-4632-0A2F-08D5-71FBCF55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33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4AC86-8B0A-01CB-C730-9BAD5CD5E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B0ECA-07E2-1C4E-A32B-BEAA1F2C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1CA10-40EB-5433-E68C-97B124EC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99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A9C8-F5E0-F943-D16D-09850739D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9CFB0-198A-84CB-1864-7BEC953E1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E7390-F28E-906E-5D3A-BCDE258AF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9739E-0CD0-56A7-2C64-06004620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7C49E-D2D0-F50A-48CF-FF9CEDFB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60D30-750A-7D37-57CC-864C16C8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09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672F-6271-65A4-2A39-96571B28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775297-9118-8BD6-2B12-433B49BB6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D2925-0CCC-12D6-9864-2C55DC8E0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17686-1152-998F-CFC8-823133C1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B64BC-C61D-9824-0C99-AD44C427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CB071-FB79-ACF4-9A54-F4BF5F1D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44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0DCC-9A09-879E-C89F-CD6844020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5899B-6543-C9A1-62BE-226A8EC14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5FDCD-089F-606A-FAD4-39CD80C8D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9B3C-A24A-CDF2-06E1-FB7A8678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FCCBF-E0DF-08A2-E862-C0DD98BB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14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9F90F-5A4F-66A7-F5E5-FD56C10B4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67B7B-DFB7-2653-42E5-C0BAA7C32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F09D7-8413-0136-F2EF-55C83FF3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756CE-36B4-DFF6-56C2-350EB91B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0ABBF-C4C6-3148-8ED3-E3809E688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32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983473-BE8A-4467-8CF7-75FE0B53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89855-7833-449B-95AE-B2C94DC3E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C4488-C366-5C86-5949-239D548F3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E5541-3E25-457B-A5A7-B979BB16CFDE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BCA0D-6DC4-DD9B-0E36-A815417CF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639A1-294D-E5DA-C0E4-6738BAA6B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B70C7-3144-47D4-B972-419BB1931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331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F2B6E-F9D0-5204-16CF-2F9DE9040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4008"/>
            <a:ext cx="12192000" cy="692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5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A8545-A938-C69C-8F20-912007DD9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1A909-B4C6-CC93-D7D3-A27D248BD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4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5C6CC-039E-E4EB-78C7-29392BB31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63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928D9-4445-AE53-37D2-1572B21CF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1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5B25DA-44DD-C65F-B721-D73B1A95C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4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PRATYUSH .</dc:creator>
  <cp:lastModifiedBy>PRATYUSH .</cp:lastModifiedBy>
  <cp:revision>1</cp:revision>
  <dcterms:created xsi:type="dcterms:W3CDTF">2026-05-30T09:25:08Z</dcterms:created>
  <dcterms:modified xsi:type="dcterms:W3CDTF">2026-05-30T09:29:10Z</dcterms:modified>
</cp:coreProperties>
</file>